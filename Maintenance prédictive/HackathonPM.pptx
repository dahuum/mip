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B32261-BE24-4B33-8A35-B3CCCD85330A}" v="22" dt="2025-11-18T12:12:07.292"/>
    <p1510:client id="{F884BC34-44A3-4C23-B786-9EF91DB68513}" v="3" dt="2025-11-18T15:36:29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ELLOUL M’HAMED" userId="5838622c-3520-4463-a94c-83c758ad519c" providerId="ADAL" clId="{BE9A40DC-5568-4324-A91F-6FC95F87317E}"/>
    <pc:docChg chg="undo custSel addSld delSld modSld modMainMaster">
      <pc:chgData name="IMELLOUL M’HAMED" userId="5838622c-3520-4463-a94c-83c758ad519c" providerId="ADAL" clId="{BE9A40DC-5568-4324-A91F-6FC95F87317E}" dt="2025-11-19T10:06:15.797" v="324" actId="20577"/>
      <pc:docMkLst>
        <pc:docMk/>
      </pc:docMkLst>
      <pc:sldChg chg="modSp add del mod setBg">
        <pc:chgData name="IMELLOUL M’HAMED" userId="5838622c-3520-4463-a94c-83c758ad519c" providerId="ADAL" clId="{BE9A40DC-5568-4324-A91F-6FC95F87317E}" dt="2025-11-18T15:37:13.429" v="242" actId="47"/>
        <pc:sldMkLst>
          <pc:docMk/>
          <pc:sldMk cId="0" sldId="256"/>
        </pc:sldMkLst>
        <pc:spChg chg="mod">
          <ac:chgData name="IMELLOUL M’HAMED" userId="5838622c-3520-4463-a94c-83c758ad519c" providerId="ADAL" clId="{BE9A40DC-5568-4324-A91F-6FC95F87317E}" dt="2025-11-18T15:36:13.435" v="232" actId="1076"/>
          <ac:spMkLst>
            <pc:docMk/>
            <pc:sldMk cId="0" sldId="256"/>
            <ac:spMk id="3" creationId="{00000000-0000-0000-0000-000000000000}"/>
          </ac:spMkLst>
        </pc:spChg>
      </pc:sldChg>
      <pc:sldChg chg="new del">
        <pc:chgData name="IMELLOUL M’HAMED" userId="5838622c-3520-4463-a94c-83c758ad519c" providerId="ADAL" clId="{BE9A40DC-5568-4324-A91F-6FC95F87317E}" dt="2025-11-18T11:12:39.352" v="23" actId="47"/>
        <pc:sldMkLst>
          <pc:docMk/>
          <pc:sldMk cId="196826767" sldId="256"/>
        </pc:sldMkLst>
      </pc:sldChg>
      <pc:sldChg chg="addSp delSp modSp new mod">
        <pc:chgData name="IMELLOUL M’HAMED" userId="5838622c-3520-4463-a94c-83c758ad519c" providerId="ADAL" clId="{BE9A40DC-5568-4324-A91F-6FC95F87317E}" dt="2025-11-18T15:36:53.908" v="241" actId="20577"/>
        <pc:sldMkLst>
          <pc:docMk/>
          <pc:sldMk cId="617684075" sldId="257"/>
        </pc:sldMkLst>
        <pc:spChg chg="del">
          <ac:chgData name="IMELLOUL M’HAMED" userId="5838622c-3520-4463-a94c-83c758ad519c" providerId="ADAL" clId="{BE9A40DC-5568-4324-A91F-6FC95F87317E}" dt="2025-11-18T11:12:52.599" v="24" actId="478"/>
          <ac:spMkLst>
            <pc:docMk/>
            <pc:sldMk cId="617684075" sldId="257"/>
            <ac:spMk id="2" creationId="{05AD05FD-DDCE-77FC-1432-DD0A214F3D43}"/>
          </ac:spMkLst>
        </pc:spChg>
        <pc:spChg chg="del">
          <ac:chgData name="IMELLOUL M’HAMED" userId="5838622c-3520-4463-a94c-83c758ad519c" providerId="ADAL" clId="{BE9A40DC-5568-4324-A91F-6FC95F87317E}" dt="2025-11-18T11:12:53.588" v="25" actId="478"/>
          <ac:spMkLst>
            <pc:docMk/>
            <pc:sldMk cId="617684075" sldId="257"/>
            <ac:spMk id="3" creationId="{62B8D397-03E8-38D8-FA37-9D3F72276A0A}"/>
          </ac:spMkLst>
        </pc:spChg>
        <pc:spChg chg="add mod">
          <ac:chgData name="IMELLOUL M’HAMED" userId="5838622c-3520-4463-a94c-83c758ad519c" providerId="ADAL" clId="{BE9A40DC-5568-4324-A91F-6FC95F87317E}" dt="2025-11-18T15:36:53.908" v="241" actId="20577"/>
          <ac:spMkLst>
            <pc:docMk/>
            <pc:sldMk cId="617684075" sldId="257"/>
            <ac:spMk id="3" creationId="{FF992EBE-024D-FF60-1F86-8CFBEC01F969}"/>
          </ac:spMkLst>
        </pc:spChg>
        <pc:spChg chg="add mod">
          <ac:chgData name="IMELLOUL M’HAMED" userId="5838622c-3520-4463-a94c-83c758ad519c" providerId="ADAL" clId="{BE9A40DC-5568-4324-A91F-6FC95F87317E}" dt="2025-11-18T15:36:37.328" v="236" actId="1076"/>
          <ac:spMkLst>
            <pc:docMk/>
            <pc:sldMk cId="617684075" sldId="257"/>
            <ac:spMk id="5" creationId="{FC5F2C88-B0A4-B82A-DD43-0A864858C8A6}"/>
          </ac:spMkLst>
        </pc:spChg>
        <pc:spChg chg="add del mod">
          <ac:chgData name="IMELLOUL M’HAMED" userId="5838622c-3520-4463-a94c-83c758ad519c" providerId="ADAL" clId="{BE9A40DC-5568-4324-A91F-6FC95F87317E}" dt="2025-11-18T15:36:43.936" v="239" actId="478"/>
          <ac:spMkLst>
            <pc:docMk/>
            <pc:sldMk cId="617684075" sldId="257"/>
            <ac:spMk id="6" creationId="{D235AFA5-2FB0-8F51-A2A8-FC013842862A}"/>
          </ac:spMkLst>
        </pc:spChg>
        <pc:picChg chg="add del mod">
          <ac:chgData name="IMELLOUL M’HAMED" userId="5838622c-3520-4463-a94c-83c758ad519c" providerId="ADAL" clId="{BE9A40DC-5568-4324-A91F-6FC95F87317E}" dt="2025-11-18T11:15:54.315" v="37" actId="478"/>
          <ac:picMkLst>
            <pc:docMk/>
            <pc:sldMk cId="617684075" sldId="257"/>
            <ac:picMk id="4" creationId="{3EBAAAB4-C400-E4B7-F3EF-0CAB3ABF6F39}"/>
          </ac:picMkLst>
        </pc:picChg>
      </pc:sldChg>
      <pc:sldChg chg="modSp add del mod setBg">
        <pc:chgData name="IMELLOUL M’HAMED" userId="5838622c-3520-4463-a94c-83c758ad519c" providerId="ADAL" clId="{BE9A40DC-5568-4324-A91F-6FC95F87317E}" dt="2025-11-19T10:06:15.797" v="324" actId="20577"/>
        <pc:sldMkLst>
          <pc:docMk/>
          <pc:sldMk cId="0" sldId="258"/>
        </pc:sldMkLst>
        <pc:spChg chg="mod">
          <ac:chgData name="IMELLOUL M’HAMED" userId="5838622c-3520-4463-a94c-83c758ad519c" providerId="ADAL" clId="{BE9A40DC-5568-4324-A91F-6FC95F87317E}" dt="2025-11-19T10:06:15.797" v="324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modSp add del mod setBg">
        <pc:chgData name="IMELLOUL M’HAMED" userId="5838622c-3520-4463-a94c-83c758ad519c" providerId="ADAL" clId="{BE9A40DC-5568-4324-A91F-6FC95F87317E}" dt="2025-11-18T15:42:20.305" v="296" actId="14100"/>
        <pc:sldMkLst>
          <pc:docMk/>
          <pc:sldMk cId="0" sldId="259"/>
        </pc:sldMkLst>
        <pc:spChg chg="mod">
          <ac:chgData name="IMELLOUL M’HAMED" userId="5838622c-3520-4463-a94c-83c758ad519c" providerId="ADAL" clId="{BE9A40DC-5568-4324-A91F-6FC95F87317E}" dt="2025-11-18T15:39:41.854" v="282" actId="313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IMELLOUL M’HAMED" userId="5838622c-3520-4463-a94c-83c758ad519c" providerId="ADAL" clId="{BE9A40DC-5568-4324-A91F-6FC95F87317E}" dt="2025-11-18T15:42:15.705" v="295" actId="14100"/>
          <ac:picMkLst>
            <pc:docMk/>
            <pc:sldMk cId="0" sldId="259"/>
            <ac:picMk id="5" creationId="{28BF7BB6-028E-8030-AC33-386A1D2430C9}"/>
          </ac:picMkLst>
        </pc:picChg>
        <pc:picChg chg="add mod">
          <ac:chgData name="IMELLOUL M’HAMED" userId="5838622c-3520-4463-a94c-83c758ad519c" providerId="ADAL" clId="{BE9A40DC-5568-4324-A91F-6FC95F87317E}" dt="2025-11-18T15:42:20.305" v="296" actId="14100"/>
          <ac:picMkLst>
            <pc:docMk/>
            <pc:sldMk cId="0" sldId="259"/>
            <ac:picMk id="7" creationId="{AB119DB3-373F-069C-D416-75A432085B88}"/>
          </ac:picMkLst>
        </pc:picChg>
      </pc:sldChg>
      <pc:sldChg chg="modSp add del mod setBg">
        <pc:chgData name="IMELLOUL M’HAMED" userId="5838622c-3520-4463-a94c-83c758ad519c" providerId="ADAL" clId="{BE9A40DC-5568-4324-A91F-6FC95F87317E}" dt="2025-11-18T15:40:16.541" v="286" actId="47"/>
        <pc:sldMkLst>
          <pc:docMk/>
          <pc:sldMk cId="0" sldId="260"/>
        </pc:sldMkLst>
        <pc:spChg chg="mod">
          <ac:chgData name="IMELLOUL M’HAMED" userId="5838622c-3520-4463-a94c-83c758ad519c" providerId="ADAL" clId="{BE9A40DC-5568-4324-A91F-6FC95F87317E}" dt="2025-11-18T15:40:05.029" v="285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IMELLOUL M’HAMED" userId="5838622c-3520-4463-a94c-83c758ad519c" providerId="ADAL" clId="{BE9A40DC-5568-4324-A91F-6FC95F87317E}" dt="2025-11-18T15:40:00.543" v="284" actId="1076"/>
          <ac:spMkLst>
            <pc:docMk/>
            <pc:sldMk cId="0" sldId="260"/>
            <ac:spMk id="3" creationId="{00000000-0000-0000-0000-000000000000}"/>
          </ac:spMkLst>
        </pc:spChg>
      </pc:sldChg>
      <pc:sldChg chg="add del setBg">
        <pc:chgData name="IMELLOUL M’HAMED" userId="5838622c-3520-4463-a94c-83c758ad519c" providerId="ADAL" clId="{BE9A40DC-5568-4324-A91F-6FC95F87317E}" dt="2025-11-18T15:36:03.024" v="230"/>
        <pc:sldMkLst>
          <pc:docMk/>
          <pc:sldMk cId="0" sldId="261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62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63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64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65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66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67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68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69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70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71"/>
        </pc:sldMkLst>
      </pc:sldChg>
      <pc:sldChg chg="add del">
        <pc:chgData name="IMELLOUL M’HAMED" userId="5838622c-3520-4463-a94c-83c758ad519c" providerId="ADAL" clId="{BE9A40DC-5568-4324-A91F-6FC95F87317E}" dt="2025-11-18T11:28:30.980" v="47"/>
        <pc:sldMkLst>
          <pc:docMk/>
          <pc:sldMk cId="0" sldId="272"/>
        </pc:sldMkLst>
      </pc:sldChg>
      <pc:sldChg chg="add del">
        <pc:chgData name="IMELLOUL M’HAMED" userId="5838622c-3520-4463-a94c-83c758ad519c" providerId="ADAL" clId="{BE9A40DC-5568-4324-A91F-6FC95F87317E}" dt="2025-11-18T11:28:30.378" v="46"/>
        <pc:sldMkLst>
          <pc:docMk/>
          <pc:sldMk cId="3662345704" sldId="273"/>
        </pc:sldMkLst>
      </pc:sldChg>
      <pc:sldMasterChg chg="setBg modSldLayout">
        <pc:chgData name="IMELLOUL M’HAMED" userId="5838622c-3520-4463-a94c-83c758ad519c" providerId="ADAL" clId="{BE9A40DC-5568-4324-A91F-6FC95F87317E}" dt="2025-11-18T11:48:51.328" v="187" actId="1076"/>
        <pc:sldMasterMkLst>
          <pc:docMk/>
          <pc:sldMasterMk cId="3186840541" sldId="2147483648"/>
        </pc:sldMasterMkLst>
        <pc:sldLayoutChg chg="addSp delSp modSp mod setBg">
          <pc:chgData name="IMELLOUL M’HAMED" userId="5838622c-3520-4463-a94c-83c758ad519c" providerId="ADAL" clId="{BE9A40DC-5568-4324-A91F-6FC95F87317E}" dt="2025-11-18T11:48:51.328" v="187" actId="1076"/>
          <pc:sldLayoutMkLst>
            <pc:docMk/>
            <pc:sldMasterMk cId="3186840541" sldId="2147483648"/>
            <pc:sldLayoutMk cId="691907324" sldId="2147483649"/>
          </pc:sldLayoutMkLst>
          <pc:picChg chg="add del mod">
            <ac:chgData name="IMELLOUL M’HAMED" userId="5838622c-3520-4463-a94c-83c758ad519c" providerId="ADAL" clId="{BE9A40DC-5568-4324-A91F-6FC95F87317E}" dt="2025-11-18T11:48:21.833" v="173" actId="478"/>
            <ac:picMkLst>
              <pc:docMk/>
              <pc:sldMasterMk cId="3186840541" sldId="2147483648"/>
              <pc:sldLayoutMk cId="691907324" sldId="2147483649"/>
              <ac:picMk id="8" creationId="{528DADD4-EACC-3030-C239-F45FD1E03506}"/>
            </ac:picMkLst>
          </pc:picChg>
          <pc:picChg chg="add mod">
            <ac:chgData name="IMELLOUL M’HAMED" userId="5838622c-3520-4463-a94c-83c758ad519c" providerId="ADAL" clId="{BE9A40DC-5568-4324-A91F-6FC95F87317E}" dt="2025-11-18T11:48:51.328" v="187" actId="1076"/>
            <ac:picMkLst>
              <pc:docMk/>
              <pc:sldMasterMk cId="3186840541" sldId="2147483648"/>
              <pc:sldLayoutMk cId="691907324" sldId="2147483649"/>
              <ac:picMk id="9" creationId="{5DCFCEA7-E1E4-12AE-979A-687646F33F1B}"/>
            </ac:picMkLst>
          </pc:picChg>
          <pc:picChg chg="add mod">
            <ac:chgData name="IMELLOUL M’HAMED" userId="5838622c-3520-4463-a94c-83c758ad519c" providerId="ADAL" clId="{BE9A40DC-5568-4324-A91F-6FC95F87317E}" dt="2025-11-18T11:12:01.445" v="14" actId="1076"/>
            <ac:picMkLst>
              <pc:docMk/>
              <pc:sldMasterMk cId="3186840541" sldId="2147483648"/>
              <pc:sldLayoutMk cId="691907324" sldId="2147483649"/>
              <ac:picMk id="10" creationId="{6319859A-E422-6136-2565-E3E8BFE5C9A3}"/>
            </ac:picMkLst>
          </pc:picChg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1529286312" sldId="2147483650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784260038" sldId="2147483651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2974738182" sldId="2147483652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1574265424" sldId="2147483653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4206479586" sldId="2147483654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1919327586" sldId="2147483655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938400425" sldId="2147483656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71306036" sldId="2147483657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3814245929" sldId="2147483658"/>
          </pc:sldLayoutMkLst>
        </pc:sldLayoutChg>
        <pc:sldLayoutChg chg="setBg">
          <pc:chgData name="IMELLOUL M’HAMED" userId="5838622c-3520-4463-a94c-83c758ad519c" providerId="ADAL" clId="{BE9A40DC-5568-4324-A91F-6FC95F87317E}" dt="2025-11-18T11:39:18.259" v="169"/>
          <pc:sldLayoutMkLst>
            <pc:docMk/>
            <pc:sldMasterMk cId="3186840541" sldId="2147483648"/>
            <pc:sldLayoutMk cId="1738550394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A8414C-6A9E-DDF1-43C5-0C419654C1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A3DD3-C9A7-0D06-3D2D-E3F7D5E163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33D7A-449E-4E37-AD5B-7570A7EFF19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9A146-6051-3BE4-40FF-96EFC314FF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82145-E019-7410-DC42-B0A7E13A7D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5408-1571-40FD-B6D9-86B43174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48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5FAB-825E-7C24-7166-A01C9CFB9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241CC-35E3-3516-4F10-865ECFBC2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28EF4-A8E0-69A1-42C7-B9A85685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94174-0256-D2F2-99B0-01E70C01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482E8-16E1-2C55-1BDA-6731D0EA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green circle on a black background&#10;&#10;AI-generated content may be incorrect.">
            <a:extLst>
              <a:ext uri="{FF2B5EF4-FFF2-40B4-BE49-F238E27FC236}">
                <a16:creationId xmlns:a16="http://schemas.microsoft.com/office/drawing/2014/main" id="{6319859A-E422-6136-2565-E3E8BFE5C9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12" y="121469"/>
            <a:ext cx="1720988" cy="534940"/>
          </a:xfrm>
          <a:prstGeom prst="rect">
            <a:avLst/>
          </a:prstGeom>
        </p:spPr>
      </p:pic>
      <p:pic>
        <p:nvPicPr>
          <p:cNvPr id="9" name="Picture 8" descr="A green logo on a black background">
            <a:extLst>
              <a:ext uri="{FF2B5EF4-FFF2-40B4-BE49-F238E27FC236}">
                <a16:creationId xmlns:a16="http://schemas.microsoft.com/office/drawing/2014/main" id="{5DCFCEA7-E1E4-12AE-979A-687646F33F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360" y="-820605"/>
            <a:ext cx="2961628" cy="271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0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DF54-7241-0C8D-A16D-5AF3461B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8F686-3551-39AE-D72A-367201F8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69EC2-FE6A-3EDE-D430-18515B08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7623D-8F98-CE12-6229-CCB1C965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05581-7D7B-2070-D8D9-6A5079A7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86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310A-2B72-30CE-BA8D-0937B18B0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E1F60-FF80-37C2-DBCC-88FFF9986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DDBCB-1A6B-8F94-9F66-9DE7E23C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18142-8B41-862C-7A3F-E2DB04BE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9A40D-599C-2A23-159D-03B2C7C9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6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AA2D-8853-72B5-4DE8-6F5E31F7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9CD8F-F79A-2C51-6811-E430094DC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84A48-4265-6B38-24F9-BE13A5F29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4DBB2-C78F-3E69-0E55-F311A3AF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7B49B-2B40-93CA-AE85-767EF8D7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C0E5D-9B5D-90BC-D8D9-06067390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3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5A32-BAA9-9106-76B8-523FCD49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48C2D-A107-69AE-28DF-6859E9BE2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5B8C1-6E0A-AE37-4076-6AD8AC125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DC14D-0448-0296-1264-5BB7EF23B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AB774-1BAC-4341-58DB-98BB2AFE1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6E269-08F7-A1CF-737D-569DE89A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81F0E-895F-F53B-3FF5-3B7BDB092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8DDCA6-EF86-1C45-2D24-BE30E2C5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6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A16E3-345D-62C9-19BB-A4424E32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BB464-04E6-B427-6467-2C454FDE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735E8-EA8D-6AD8-1EBA-9B7AECDA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AC943-A032-CD20-1CF2-F6C21643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7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BF9FD-C69B-8CD9-2D9E-1C721915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418F1-D247-1EEF-975C-2F47EF2D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C00D8-3B49-A8A0-7F32-7014EB8C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2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CAD9-823E-73A3-5658-73108154A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25FFC-9469-851F-E634-4FC7B1F05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DF41E-B1C1-401E-A9AD-DFDB8174B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2A3E-5A3A-3566-0835-5DC63E0D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0413C-8E75-5025-0F8A-E7178780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23DD5-1EFD-A77E-E893-2645FE49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0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BF5D-36F8-00AF-0799-7E121C5F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2F2676-B070-5697-EAAF-125B736C1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3BDAF-31A0-4CEB-560E-619E0473A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08C57-A120-44A4-C464-747D28EF8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79C54-B652-F329-B3CA-84FE92B4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05364-C698-BB6F-06D4-409F44A8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3694-5ED3-B0A4-5DAE-FAC858A5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CF395-B18E-AED3-871F-1D464292E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CB7E6-A9FB-ED8A-4AAB-3014F303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F7287-3F65-4D67-30E8-5448841A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9F5EE-5E64-6234-A04C-85EC9C30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4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1D6BE-8E1F-4C58-F190-CF8A9ACE1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CD326-8D3B-B5A9-65F1-BA5D3DA05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DC703-50DA-F43C-58AA-9F69C22F9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A5C6A-1895-B3B3-BD48-A1BBA60A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95D15-6928-BD07-CBCE-047B2A21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5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6DB60-7E26-9073-E4BC-CCDD82DF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15F20-A789-0558-91D6-4D1169AA0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4B013-C063-39A8-C185-8451A26EA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3B3CF-C2B1-453E-8D4C-82EDC6B83D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083B-1935-8475-4A30-333E439CD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02922-047D-2C1F-5938-2650CB576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31BDF-1B9B-442F-B902-A1233A8DF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4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5F2C88-B0A4-B82A-DD43-0A864858C8A6}"/>
              </a:ext>
            </a:extLst>
          </p:cNvPr>
          <p:cNvSpPr txBox="1">
            <a:spLocks/>
          </p:cNvSpPr>
          <p:nvPr/>
        </p:nvSpPr>
        <p:spPr>
          <a:xfrm>
            <a:off x="411037" y="-473475"/>
            <a:ext cx="11061700" cy="21891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z="4400" dirty="0"/>
              <a:t>Hackathon </a:t>
            </a:r>
            <a:r>
              <a:rPr lang="en-US" sz="4400" dirty="0" err="1"/>
              <a:t>Industriel</a:t>
            </a:r>
            <a:r>
              <a:rPr lang="en-US" sz="4400" dirty="0"/>
              <a:t> &amp; Agentic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92EBE-024D-FF60-1F86-8CFBEC01F969}"/>
              </a:ext>
            </a:extLst>
          </p:cNvPr>
          <p:cNvSpPr txBox="1"/>
          <p:nvPr/>
        </p:nvSpPr>
        <p:spPr>
          <a:xfrm>
            <a:off x="595973" y="2065008"/>
            <a:ext cx="94624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24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fr-FR" sz="2400" dirty="0"/>
              <a:t>Maintenance Prédictive des Ventilateurs d’Assainissement (C07)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Objectif : anticiper les défaillances avant qu’elles ne surviennent grâce à l’IA et aux données capteurs.</a:t>
            </a:r>
          </a:p>
        </p:txBody>
      </p:sp>
    </p:spTree>
    <p:extLst>
      <p:ext uri="{BB962C8B-B14F-4D97-AF65-F5344CB8AC3E}">
        <p14:creationId xmlns:p14="http://schemas.microsoft.com/office/powerpoint/2010/main" val="617684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1090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Problématique &amp;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0835" y="1320229"/>
            <a:ext cx="1180500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/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rPr sz="3200" dirty="0"/>
              <a:t>• Comment </a:t>
            </a:r>
            <a:r>
              <a:rPr sz="3200" dirty="0" err="1"/>
              <a:t>détecter</a:t>
            </a:r>
            <a:r>
              <a:rPr sz="3200" dirty="0"/>
              <a:t> </a:t>
            </a:r>
            <a:r>
              <a:rPr lang="en-US" sz="3200" dirty="0"/>
              <a:t>les </a:t>
            </a:r>
            <a:r>
              <a:rPr lang="en-US" sz="3200" dirty="0" err="1"/>
              <a:t>signaux</a:t>
            </a:r>
            <a:r>
              <a:rPr lang="en-US" sz="3200" dirty="0"/>
              <a:t> </a:t>
            </a:r>
            <a:r>
              <a:rPr lang="en-US" sz="3200" dirty="0" err="1"/>
              <a:t>faibles</a:t>
            </a:r>
            <a:r>
              <a:rPr lang="en-US" sz="3200" dirty="0"/>
              <a:t> </a:t>
            </a:r>
            <a:r>
              <a:rPr sz="3200" dirty="0" err="1"/>
              <a:t>annonçant</a:t>
            </a:r>
            <a:r>
              <a:rPr sz="3200" dirty="0"/>
              <a:t> </a:t>
            </a:r>
            <a:r>
              <a:rPr sz="3200" dirty="0" err="1"/>
              <a:t>une</a:t>
            </a:r>
            <a:r>
              <a:rPr sz="3200" dirty="0"/>
              <a:t> </a:t>
            </a:r>
            <a:r>
              <a:rPr sz="3200" dirty="0" err="1"/>
              <a:t>défaillance</a:t>
            </a:r>
            <a:r>
              <a:rPr sz="3200" dirty="0"/>
              <a:t> ?</a:t>
            </a:r>
            <a:br>
              <a:rPr sz="3200" dirty="0"/>
            </a:br>
            <a:r>
              <a:rPr sz="3200" dirty="0"/>
              <a:t>• </a:t>
            </a:r>
            <a:r>
              <a:rPr sz="3200" dirty="0" err="1"/>
              <a:t>Réduire</a:t>
            </a:r>
            <a:r>
              <a:rPr sz="3200" dirty="0"/>
              <a:t> les </a:t>
            </a:r>
            <a:r>
              <a:rPr sz="3200" dirty="0" err="1"/>
              <a:t>arrêts</a:t>
            </a:r>
            <a:r>
              <a:rPr sz="3200" dirty="0"/>
              <a:t> non </a:t>
            </a:r>
            <a:r>
              <a:rPr sz="3200" dirty="0" err="1"/>
              <a:t>planifiés</a:t>
            </a:r>
            <a:r>
              <a:rPr sz="3200" dirty="0"/>
              <a:t>.</a:t>
            </a:r>
            <a:br>
              <a:rPr sz="3200" dirty="0"/>
            </a:br>
            <a:r>
              <a:rPr sz="3200" dirty="0"/>
              <a:t>• Prolonger la durée de vie des </a:t>
            </a:r>
            <a:r>
              <a:rPr sz="3200" dirty="0" err="1"/>
              <a:t>ventilateurs</a:t>
            </a:r>
            <a:r>
              <a:rPr sz="3200" dirty="0"/>
              <a:t>.</a:t>
            </a:r>
            <a:br>
              <a:rPr sz="3200" dirty="0"/>
            </a:br>
            <a:r>
              <a:rPr sz="3200" dirty="0"/>
              <a:t>• Passer </a:t>
            </a:r>
            <a:r>
              <a:rPr sz="3200" dirty="0" err="1"/>
              <a:t>d'une</a:t>
            </a:r>
            <a:r>
              <a:rPr sz="3200" dirty="0"/>
              <a:t> maintenance </a:t>
            </a:r>
            <a:r>
              <a:rPr sz="3200" dirty="0" err="1"/>
              <a:t>réactive</a:t>
            </a:r>
            <a:r>
              <a:rPr sz="3200" dirty="0"/>
              <a:t> à </a:t>
            </a:r>
            <a:r>
              <a:rPr sz="3200" dirty="0" err="1"/>
              <a:t>une</a:t>
            </a:r>
            <a:r>
              <a:rPr sz="3200" dirty="0"/>
              <a:t> maintenance </a:t>
            </a:r>
            <a:r>
              <a:rPr sz="3200" dirty="0" err="1"/>
              <a:t>prédictive</a:t>
            </a:r>
            <a:r>
              <a:rPr sz="32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35413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Données utilisées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20" y="1371601"/>
            <a:ext cx="77724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noProof="0" dirty="0"/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rPr lang="fr-FR" sz="2000" noProof="0" dirty="0"/>
              <a:t>• Données capteurs : vibration, température, ampérage, ouverture volets.</a:t>
            </a:r>
            <a:br>
              <a:rPr lang="fr-FR" sz="2000" noProof="0" dirty="0"/>
            </a:br>
            <a:r>
              <a:rPr lang="fr-FR" sz="2000" noProof="0" dirty="0"/>
              <a:t>• Historique d'arrêts réels du ventilateur C07 en 2019 et 2020.</a:t>
            </a:r>
            <a:br>
              <a:rPr lang="fr-FR" sz="2000" noProof="0" dirty="0"/>
            </a:br>
            <a:r>
              <a:rPr lang="fr-FR" sz="2000" noProof="0" dirty="0"/>
              <a:t>• Volume : plus de 500 000 enregistrements minute 1 année de data .</a:t>
            </a:r>
            <a:br>
              <a:rPr lang="fr-FR" sz="2000" noProof="0" dirty="0"/>
            </a:br>
            <a:endParaRPr lang="fr-FR" sz="20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F7BB6-028E-8030-AC33-386A1D243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76" y="3578185"/>
            <a:ext cx="5147385" cy="2617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119DB3-373F-069C-D416-75A432085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323" y="3578183"/>
            <a:ext cx="4711942" cy="26171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36263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Livrables attendus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20" y="1371600"/>
            <a:ext cx="7772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Modèle</a:t>
            </a:r>
            <a:r>
              <a:rPr sz="2000" dirty="0"/>
              <a:t> </a:t>
            </a:r>
            <a:r>
              <a:rPr sz="2000" dirty="0" err="1"/>
              <a:t>prédictif</a:t>
            </a:r>
            <a:r>
              <a:rPr sz="2000" dirty="0"/>
              <a:t> (Machine Learning / Deep Learning).</a:t>
            </a:r>
            <a:br>
              <a:rPr sz="2000" dirty="0"/>
            </a:br>
            <a:r>
              <a:rPr sz="2000" dirty="0"/>
              <a:t>• Tableau de bord </a:t>
            </a:r>
            <a:r>
              <a:rPr sz="2000" dirty="0" err="1"/>
              <a:t>interactif</a:t>
            </a:r>
            <a:r>
              <a:rPr sz="2000" dirty="0"/>
              <a:t> </a:t>
            </a:r>
            <a:r>
              <a:rPr sz="2000" dirty="0" err="1"/>
              <a:t>d’alerte</a:t>
            </a:r>
            <a:r>
              <a:rPr sz="2000" dirty="0"/>
              <a:t>.</a:t>
            </a:r>
            <a:br>
              <a:rPr sz="2000" dirty="0"/>
            </a:br>
            <a:r>
              <a:rPr sz="2000" dirty="0"/>
              <a:t>• </a:t>
            </a:r>
            <a:r>
              <a:rPr sz="2000" dirty="0" err="1"/>
              <a:t>Visualisation</a:t>
            </a:r>
            <a:r>
              <a:rPr sz="2000" dirty="0"/>
              <a:t> du </a:t>
            </a:r>
            <a:r>
              <a:rPr sz="2000" dirty="0" err="1"/>
              <a:t>risque</a:t>
            </a:r>
            <a:r>
              <a:rPr sz="2000" dirty="0"/>
              <a:t> de panne par </a:t>
            </a:r>
            <a:r>
              <a:rPr sz="2000" dirty="0" err="1"/>
              <a:t>ventilateur</a:t>
            </a:r>
            <a:r>
              <a:rPr sz="2000" dirty="0"/>
              <a:t>.</a:t>
            </a:r>
            <a:br>
              <a:rPr sz="2000" dirty="0"/>
            </a:b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149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IMELLOUL M’HAMED</dc:creator>
  <cp:lastModifiedBy>IMELLOUL M’HAMED</cp:lastModifiedBy>
  <cp:revision>1</cp:revision>
  <dcterms:created xsi:type="dcterms:W3CDTF">2025-11-18T11:11:03Z</dcterms:created>
  <dcterms:modified xsi:type="dcterms:W3CDTF">2025-11-19T10:06:22Z</dcterms:modified>
</cp:coreProperties>
</file>